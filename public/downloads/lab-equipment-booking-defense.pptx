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5c28d10fa944a4" /><Relationship Type="http://schemas.openxmlformats.org/officeDocument/2006/relationships/extended-properties" Target="/docProps/app.xml" Id="R7a7c6910170c4d41" /><Relationship Type="http://schemas.openxmlformats.org/officeDocument/2006/relationships/officeDocument" Target="/ppt/presentation.xml" Id="Rd883951ac3a3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8233cfde44a5a"/>
  </p:sldMasterIdLst>
  <p:notesMasterIdLst>
    <p:notesMasterId xmlns:r="http://schemas.openxmlformats.org/officeDocument/2006/relationships" r:id="R2892b1412a0e468a"/>
  </p:notesMasterIdLst>
  <p:sldIdLst>
    <p:sldId xmlns:r="http://schemas.openxmlformats.org/officeDocument/2006/relationships" id="256" r:id="Rfce7fac47a1e4963"/>
    <p:sldId xmlns:r="http://schemas.openxmlformats.org/officeDocument/2006/relationships" id="257" r:id="Rf580f6d46a814e3c"/>
    <p:sldId xmlns:r="http://schemas.openxmlformats.org/officeDocument/2006/relationships" id="258" r:id="Rd13eaef8060c4be0"/>
    <p:sldId xmlns:r="http://schemas.openxmlformats.org/officeDocument/2006/relationships" id="259" r:id="R8f0eafd815584379"/>
    <p:sldId xmlns:r="http://schemas.openxmlformats.org/officeDocument/2006/relationships" id="260" r:id="R068354b265fe4fcd"/>
    <p:sldId xmlns:r="http://schemas.openxmlformats.org/officeDocument/2006/relationships" id="261" r:id="R45846cc05d954270"/>
    <p:sldId xmlns:r="http://schemas.openxmlformats.org/officeDocument/2006/relationships" id="262" r:id="R983efde08f384009"/>
    <p:sldId xmlns:r="http://schemas.openxmlformats.org/officeDocument/2006/relationships" id="263" r:id="Rc79fa2c5e6504d4c"/>
    <p:sldId xmlns:r="http://schemas.openxmlformats.org/officeDocument/2006/relationships" id="264" r:id="Rd2ddeb0c916b4f23"/>
    <p:sldId xmlns:r="http://schemas.openxmlformats.org/officeDocument/2006/relationships" id="265" r:id="R0b882a708f9845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9ea1f64b646dc" /><Relationship Type="http://schemas.openxmlformats.org/officeDocument/2006/relationships/slideMaster" Target="/ppt/slideMasters/slideMaster1.xml" Id="Rd318233cfde44a5a" /><Relationship Type="http://schemas.openxmlformats.org/officeDocument/2006/relationships/notesMaster" Target="/ppt/notesMasters/notesMaster1.xml" Id="R2892b1412a0e468a" /><Relationship Type="http://schemas.openxmlformats.org/officeDocument/2006/relationships/presProps" Target="/ppt/presProps.xml" Id="R1d2b0a3aa3804573" /><Relationship Type="http://schemas.openxmlformats.org/officeDocument/2006/relationships/tableStyles" Target="/ppt/tableStyles.xml" Id="R45f463b52af34cbb" /><Relationship Type="http://schemas.openxmlformats.org/officeDocument/2006/relationships/slide" Target="/ppt/slides/slide1.xml" Id="Rfce7fac47a1e4963" /><Relationship Type="http://schemas.openxmlformats.org/officeDocument/2006/relationships/slide" Target="/ppt/slides/slide2.xml" Id="Rf580f6d46a814e3c" /><Relationship Type="http://schemas.openxmlformats.org/officeDocument/2006/relationships/slide" Target="/ppt/slides/slide3.xml" Id="Rd13eaef8060c4be0" /><Relationship Type="http://schemas.openxmlformats.org/officeDocument/2006/relationships/slide" Target="/ppt/slides/slide4.xml" Id="R8f0eafd815584379" /><Relationship Type="http://schemas.openxmlformats.org/officeDocument/2006/relationships/slide" Target="/ppt/slides/slide5.xml" Id="R068354b265fe4fcd" /><Relationship Type="http://schemas.openxmlformats.org/officeDocument/2006/relationships/slide" Target="/ppt/slides/slide6.xml" Id="R45846cc05d954270" /><Relationship Type="http://schemas.openxmlformats.org/officeDocument/2006/relationships/slide" Target="/ppt/slides/slide7.xml" Id="R983efde08f384009" /><Relationship Type="http://schemas.openxmlformats.org/officeDocument/2006/relationships/slide" Target="/ppt/slides/slide8.xml" Id="Rc79fa2c5e6504d4c" /><Relationship Type="http://schemas.openxmlformats.org/officeDocument/2006/relationships/slide" Target="/ppt/slides/slide9.xml" Id="Rd2ddeb0c916b4f23" /><Relationship Type="http://schemas.openxmlformats.org/officeDocument/2006/relationships/slide" Target="/ppt/slides/slide10.xml" Id="R0b882a708f9845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8a7e28f717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897fc199f4cac" /><Relationship Type="http://schemas.openxmlformats.org/officeDocument/2006/relationships/notesMaster" Target="/ppt/notesMasters/notesMaster1.xml" Id="R9fdf909bd5fd40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4b8deb8ab4851" /><Relationship Type="http://schemas.openxmlformats.org/officeDocument/2006/relationships/notesMaster" Target="/ppt/notesMasters/notesMaster1.xml" Id="R25e6098ceeb141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343fbe6394f9e" /><Relationship Type="http://schemas.openxmlformats.org/officeDocument/2006/relationships/notesMaster" Target="/ppt/notesMasters/notesMaster1.xml" Id="R71d7d26750e1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933dfdb9f4abe" /><Relationship Type="http://schemas.openxmlformats.org/officeDocument/2006/relationships/notesMaster" Target="/ppt/notesMasters/notesMaster1.xml" Id="Rcc83443fdc2147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6c11b3729242c4" /><Relationship Type="http://schemas.openxmlformats.org/officeDocument/2006/relationships/notesMaster" Target="/ppt/notesMasters/notesMaster1.xml" Id="R83b1b045d1ae4a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060904cd0c4440" /><Relationship Type="http://schemas.openxmlformats.org/officeDocument/2006/relationships/notesMaster" Target="/ppt/notesMasters/notesMaster1.xml" Id="R618e31b62fe4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b2347b48943b5" /><Relationship Type="http://schemas.openxmlformats.org/officeDocument/2006/relationships/notesMaster" Target="/ppt/notesMasters/notesMaster1.xml" Id="R7a7236fd15a2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f357e026a24c32" /><Relationship Type="http://schemas.openxmlformats.org/officeDocument/2006/relationships/notesMaster" Target="/ppt/notesMasters/notesMaster1.xml" Id="R5a481dd619b1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73389488234705" /><Relationship Type="http://schemas.openxmlformats.org/officeDocument/2006/relationships/notesMaster" Target="/ppt/notesMasters/notesMaster1.xml" Id="R70e676629ad747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5e33e56bba4763" /><Relationship Type="http://schemas.openxmlformats.org/officeDocument/2006/relationships/notesMaster" Target="/ppt/notesMasters/notesMaster1.xml" Id="R2f2687c1b0df46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2e9293aab42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0bbeba722a48ec" /><Relationship Type="http://schemas.openxmlformats.org/officeDocument/2006/relationships/slideLayout" Target="/ppt/slideLayouts/slideLayout1.xml" Id="R8c909fcd364f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09fcd364f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e2e22b1334363" /><Relationship Type="http://schemas.openxmlformats.org/officeDocument/2006/relationships/image" Target="/ppt/media/image.jpeg" Id="R668102c94d624faa" /><Relationship Type="http://schemas.openxmlformats.org/officeDocument/2006/relationships/notesSlide" Target="/ppt/notesSlides/notesSlide1.xml" Id="R8a7a55cf45c7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ae410345f466c" /><Relationship Type="http://schemas.openxmlformats.org/officeDocument/2006/relationships/notesSlide" Target="/ppt/notesSlides/notesSlide2.xml" Id="Ra1b224b22aa845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c656c22b4160" /><Relationship Type="http://schemas.openxmlformats.org/officeDocument/2006/relationships/notesSlide" Target="/ppt/notesSlides/notesSlide3.xml" Id="R6023272bcbab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1d5cb214b4f97" /><Relationship Type="http://schemas.openxmlformats.org/officeDocument/2006/relationships/notesSlide" Target="/ppt/notesSlides/notesSlide4.xml" Id="R775c943dcf79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e07611f3457f" /><Relationship Type="http://schemas.openxmlformats.org/officeDocument/2006/relationships/notesSlide" Target="/ppt/notesSlides/notesSlide5.xml" Id="R55c64976fced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e08e5c6ab4094" /><Relationship Type="http://schemas.openxmlformats.org/officeDocument/2006/relationships/image" Target="/ppt/media/image2.jpeg" Id="R3215353122a0468c" /><Relationship Type="http://schemas.openxmlformats.org/officeDocument/2006/relationships/notesSlide" Target="/ppt/notesSlides/notesSlide6.xml" Id="R4a7d4bec3dee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8740807a84c58" /><Relationship Type="http://schemas.openxmlformats.org/officeDocument/2006/relationships/image" Target="/ppt/media/image3.jpeg" Id="Ra04ab01a90614780" /><Relationship Type="http://schemas.openxmlformats.org/officeDocument/2006/relationships/notesSlide" Target="/ppt/notesSlides/notesSlide7.xml" Id="Rc11215ffa0d24b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53a9387fb4bef" /><Relationship Type="http://schemas.openxmlformats.org/officeDocument/2006/relationships/notesSlide" Target="/ppt/notesSlides/notesSlide8.xml" Id="Rc4c7a6b20e2e47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9d777f1954350" /><Relationship Type="http://schemas.openxmlformats.org/officeDocument/2006/relationships/notesSlide" Target="/ppt/notesSlides/notesSlide9.xml" Id="Rf1c83eb9b7504b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55cf8945e4dd3" /><Relationship Type="http://schemas.openxmlformats.org/officeDocument/2006/relationships/notesSlide" Target="/ppt/notesSlides/notesSlide10.xml" Id="Rd37afa589d2942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50D49-6F3E-4D8B-8FD6-FF1390E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1B748-E77A-4AF7-9B33-6B5079D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本科毕业设计 · 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1FB7B-5B30-4C21-A662-37CB734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5191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实验室设备预约与冲突调度系统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4217B-3AD2-4168-BCF2-65D49F4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把设备冲突从“提交后发现”前移到“提交前决策”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A2107-930C-4C7E-9E5A-D531D86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6EBD0-4B27-411D-835E-55E2A71A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EquipFlow  ·  React + Gin +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2C077-EA40-4436-AE11-DE9BE8E0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轻量部署 / 可解释规则 / 完整交付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1CF97-CB98-44BA-8068-991B8E8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01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3DF31-0308-4ABA-92D4-605A435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56959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102c94d624faa"/>
          <a:stretch xmlns:a="http://schemas.openxmlformats.org/drawingml/2006/main"/>
        </p:blipFill>
        <p:spPr>
          <a:xfrm xmlns:a="http://schemas.openxmlformats.org/drawingml/2006/main">
            <a:off x="6247957" y="666750"/>
            <a:ext cx="5392035" cy="4953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F4E53-5353-4451-B752-8123B5C9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885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93843-B1AA-48A9-BF84-0A835AA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真实系统截图</a:t>
            </a:r>
          </a:p>
        </p:txBody>
      </p:sp>
    </p:spTree>
    <p:extLst>
      <p:ext uri="{BB962C8B-B14F-4D97-AF65-F5344CB8AC3E}">
        <p14:creationId xmlns:p14="http://schemas.microsoft.com/office/powerpoint/2010/main" val="848954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F684E-6210-4ABE-8875-875AF25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4F3F-FBFF-4783-9D51-48C5843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6BAE9-B185-448F-ABBC-019B4089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问题定义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064BD-48A3-4F20-A84E-534C6A16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从真实痛点到系统设计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F6F9F-8C83-4567-A990-F8F7198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BCF09-FE12-4B2F-89BA-B51BD937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DA160-D9A5-496B-93B5-C50E5C33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共享仪器稀缺，但原有预约流程缺少统一的时间冲突判断。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9582E-1DF0-4D3C-98CD-48BA4E1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25DB3-7303-4979-87C2-9A7F79DB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冲突发现滞后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884D7-F5B0-4A64-8E3A-FE9D813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预约提交后才由管理员人工核对，反馈周期长。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DCDFC-5268-4BC0-86A0-8C8EAC2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5BF29-1655-481D-931F-738C9498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替代设备难找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82C2E-458F-4AF2-B58C-8E9DBB4D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用户需要逐台翻看设备与时间段，选择成本高。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C5C4C-F229-4A59-A49D-B96BA0AA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782A6-2673-4A5B-B273-C2D9776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风险不可解释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CDDB7-3EEC-4D8F-939E-F867BF7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高风险预约没有量化依据，也缺少可追溯记录。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9F4AC-DACD-458B-BFB8-46C0701F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67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9BB08-45A9-42C4-9682-9AC10B4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DESIGN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B976F-7136-4A15-BA4D-434A0F6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CF989-16D7-4B17-9871-3E2D069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预检查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30761-8B7A-4843-B9DF-5F4101D8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在落库前完成时间、状态与设备可用性校验。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EDCD2-BAFD-4097-AB55-5B0B581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6D4D7-31E7-4A28-80F3-5CE1C87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385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半开区间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4F968-789D-4D9E-A1A1-F719AF87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004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用 [start, end) 统一边界，避免相邻时段误判。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4DD45-8213-4813-97B4-BC0F4E0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382DC-E28A-4988-9EE6-F933F55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可解释推荐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C5F74-80BA-45C8-9705-50F988C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输出风险分与最多 3 个可替代设备。</a:t>
            </a:r>
          </a:p>
        </p:txBody>
      </p:sp>
    </p:spTree>
    <p:extLst>
      <p:ext uri="{BB962C8B-B14F-4D97-AF65-F5344CB8AC3E}">
        <p14:creationId xmlns:p14="http://schemas.microsoft.com/office/powerpoint/2010/main" val="1194378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FE466-074D-48D6-A5DF-71625C3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F1DB6-93B9-4FD9-95E4-D98F570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854AE-2EEB-4E8E-B613-E186173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345AE-6983-4D5B-926A-260041A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三层架构与清晰职责边界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76539-AECD-4ABD-A6E7-1D861A5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3E44D-9B72-4B3E-A4EC-07ED9B1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5493F-A002-40EE-A571-60A2372D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浏览器请求沿一条可追踪链路完成；每一层只承担自己的职责。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4B832-CEA9-4E41-9DBC-93EC548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CECA5-4B72-43E3-BE54-0648EA5E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D0554-87AB-4174-9A77-FA380AE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ABEA1-DF6C-4765-AFC6-9A87076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React 交互层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7E1BA-3BA6-4037-AA18-445FC5E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预约表单、看板与冲突结果可视化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0BA6F-0F58-4E42-AA1E-0E19B2C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BEB6D-1802-4012-881B-705E1ED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BC49C-6C52-499A-93B9-F3278A7F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E0222-463F-400F-B7C3-5C22F11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Gin 业务层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2861D-3F5A-4221-A133-5B6DFA3E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参数校验、冲突检测、风险评分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2883D-E128-4959-9048-81774CE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CFD73-596A-47C9-8E04-06FEE19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3AB99-8A91-4FEA-A4E4-0810F5C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9A434-CE26-45DF-BC67-D8B1D26C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SQLite 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10CBF-8A10-4237-9473-8BD02CC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设备、预约与状态记录持久化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DDC18-08CB-4AD6-93BF-BD8A83A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4A3A5-8B0B-45ED-B7E6-CACFE58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部署边界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1F4D2-1CBD-4DF7-9674-E630EE74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主服务承载接口与规则，SQLite 负责持久化；无需 Redis、MQ 或独立数据库。</a:t>
            </a:r>
          </a:p>
        </p:txBody>
      </p:sp>
    </p:spTree>
    <p:extLst>
      <p:ext uri="{BB962C8B-B14F-4D97-AF65-F5344CB8AC3E}">
        <p14:creationId xmlns:p14="http://schemas.microsoft.com/office/powerpoint/2010/main" val="1367401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EACA2-853E-4EB7-B5C0-79A3D674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2C6FF-4209-4303-B7B5-B3D1B62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7125-FB2A-49E6-B4AD-9F78F1F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数据与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8DB39-C49F-489C-A030-CC854E7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领域模型与接口形成完整闭环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30A22-A6E4-4334-A716-3638EF8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E70D2-114F-4185-A784-641ADDB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4A8F9-1EC2-4A41-90A3-5B5B753F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模型不是演示数据外壳：每个核心对象都有对应接口与业务动作。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B282D-8381-4CD4-8168-D45FDC8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E3BA3-8993-4A2F-A238-AD957C1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领域对象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A9C63-E7BF-4F46-87AA-8A6343C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FADD6-8C04-4869-B434-3DBABDD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574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关键字段 / 职责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352D1-929D-4651-BA60-C5BD7D5F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464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4EB0A-5979-43CB-BE34-8FEC61C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核心接口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A9565-5E8A-434C-8C2B-2EF2CC8E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D3E24-2922-4504-8CAD-E31A7C17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Equipment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8F522-9953-4C89-A777-4954915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D9CF0-9F2F-4B18-B958-7041F03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289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设备名称、类型、位置、风险等级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2C6DA-338E-4BAE-A2A7-AF5D5322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8D643-5478-457C-B26C-2F9B8020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289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GET /api/equipment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AF65C-FC22-4819-A777-1FE74CBF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F4635-73E2-496E-8B46-A48742F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B5930-DE3D-491D-B4A1-AF1775A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4C962-6B62-40CA-92DD-A8FBA9B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预约人、设备、起止时间、用途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13751-6576-4404-82EE-9739C73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161FB-2F44-4711-9347-90A90EE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718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POST /api/bookings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16AEB-3EEA-4461-8EC7-27EB45E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4A712-CA87-45DC-BB1F-B70F736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6060F-86E2-46AE-A0CB-947EC45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40865-B8B8-4DD1-837E-4A376C8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设备利用率、预约与风险统计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6E09D-EDA5-4BBA-90B9-30A8F2F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FBE5C-6172-4F7A-8947-9C8BADE1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GET /api/dashboard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FD146-0D7A-425D-99EB-84D07FBD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20914-6D1A-4F00-8001-CCA6B7E6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ConflictCheck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414BB-111F-48CB-87EB-6964B44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65F2C4-74E3-464B-9526-BA0C5E0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577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冲突、风险分、替代设备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AA16B2-E94B-4309-BDC5-0926B2F6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0C1675-7E4D-400E-BC12-3F46766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577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POST /api/bookings/check</a:t>
            </a:r>
          </a:p>
        </p:txBody>
      </p:sp>
    </p:spTree>
    <p:extLst>
      <p:ext uri="{BB962C8B-B14F-4D97-AF65-F5344CB8AC3E}">
        <p14:creationId xmlns:p14="http://schemas.microsoft.com/office/powerpoint/2010/main" val="1084819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4BF47-7D20-4449-A896-FF265EE4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BC86D-6690-4D97-AFAA-6DB165F9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CE51E-10EB-4ABE-9752-38BDEB0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智能决策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803E6-3E1F-4DEB-8DAC-03F933A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核心算法：规则透明，结果可解释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C41AA-A0CB-4446-BB88-588A519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674C9-DCC5-4DF9-B23C-18A123D1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E8DBB-B37F-43BB-AF0E-FC2856F1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先硬约束，再风险量化，最后给出可执行替代方案。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131E6-57E0-4F13-B099-DC999A3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1391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6C2AA-915E-473D-BDA1-265FE0E0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DECISION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40C0D-911F-48AD-B5CD-E4C8889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A.start &lt; B.end  &amp;&amp;  B.start &lt; A.end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F8C5-E9ED-4C91-A31A-592C5D81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01  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D7849-5B0E-4478-9B77-F9E1F6F6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06961-83F7-4774-81B7-8EE51020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校验设备状态、时间先后与必填字段。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D3C31-07A1-4576-976B-7795A8B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02  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2F031-DAE5-4C11-9FB1-C325545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FA9CC-8777-4731-B6F6-2D5888F6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遍历同设备预约，应用半开区间重叠条件。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0704D-0166-4F04-8E4B-2F83FDD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03  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D1BC7-065F-4FD7-8038-B870645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6DD7B-814D-4609-A882-D6041044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overlap×35 + risk，封顶 100，并推荐替代项。</a:t>
            </a:r>
          </a:p>
        </p:txBody>
      </p:sp>
    </p:spTree>
    <p:extLst>
      <p:ext uri="{BB962C8B-B14F-4D97-AF65-F5344CB8AC3E}">
        <p14:creationId xmlns:p14="http://schemas.microsoft.com/office/powerpoint/2010/main" val="340493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3568B-60DD-4FEE-B55C-36161CA5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325C-1A97-4183-895E-C5AFEC95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5A659-E15B-45D7-BE0E-97B9986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真实界面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8B681-467E-4C0C-9C90-6652DBB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系统总览：业务状态一屏可见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BC5A-AF98-4C20-9C83-C4789C7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65F79-E80D-4274-B3A7-A1390843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44708-B47A-49D3-96C6-59A40BA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设备、预约、风险和利用率在同一个工作台形成闭环。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3D320-7180-4FBA-9CB5-4D67D475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7E426-3480-4FF3-8A26-BBD2B65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实时指标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4CFA0-E963-4C75-95B1-0C4810FD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65404-C0C9-4B4E-BE86-5B12299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设备状态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40FBF-E4BE-4517-B895-393AD8A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78C73-F0D2-40ED-8607-407B354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今日预约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953B1-C209-447F-B018-A58AC8C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5353122a0468c"/>
          <a:stretch xmlns:a="http://schemas.openxmlformats.org/drawingml/2006/main"/>
        </p:blipFill>
        <p:spPr>
          <a:xfrm xmlns:a="http://schemas.openxmlformats.org/drawingml/2006/main">
            <a:off x="3856231" y="1981200"/>
            <a:ext cx="4479537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903479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C9EE4-6475-4FA5-99F0-D1DDAE5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9FA24-DD5D-4BB0-B474-9A08B1C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BD118-B89B-4BD3-AB00-0FB2DEA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核心流程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C0B93-6010-4E75-B1BA-A36A1B5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预约提交前，冲突已经被解释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CC2CC-89C5-4B94-B4E3-4A53D99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99472-1D74-4F90-9E99-5358568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8EEC3-0484-493E-BFE1-62BDB7D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一次真实操作同时展示输入、决策依据和可执行结果。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56924-8454-420D-9FA7-AD2A4CF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27655-BBCE-4F09-808A-935FC0D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75E83-364E-4B41-A4CC-9DCF4F50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设备、日期、起止时间与用途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60572-0065-48FF-A6AB-02BAA8C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42F34-79D3-452B-AC86-36BE14B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947F3-83BB-4ABD-BD9D-1922F36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冲突记录、风险分与原因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7008-7795-4760-9373-A918F9F2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7FC83-9DC4-428F-AAF6-2F869F4B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03232-4C3E-4D52-8BE7-2D24830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可以直接选择的替代设备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E0B28-84B1-4E5D-9ED7-2629C5C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ab01a90614780"/>
          <a:stretch xmlns:a="http://schemas.openxmlformats.org/drawingml/2006/main"/>
        </p:blipFill>
        <p:spPr>
          <a:xfrm xmlns:a="http://schemas.openxmlformats.org/drawingml/2006/main">
            <a:off x="5735665" y="1562100"/>
            <a:ext cx="487357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660412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BEE44-3104-4E97-8F04-7C3D4B1E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95308-B160-44CD-AF3F-5B27D8C0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EFBB8-0008-43D4-9516-C92D365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E3C8C-B2A2-4CE4-8894-241B154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验证结果：从规则到浏览器全链路通过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88996-7F34-4D51-B346-1FDB14B7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E2F85-1ADD-44CE-AC78-24AF22A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EAB5D-0E00-4C80-A811-CEE5FDB6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测试数量不是装饰；每一个数字都对应可重复执行的工程证据。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7DE15-08F8-41CD-951A-B02FC206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2E8D7-0621-451F-BE8A-A4B29308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核心业务测试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9284B-F335-41C9-AFD6-90FD207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覆盖边界、冲突与写入流程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65F36-8295-433B-A8F7-3FE9AD6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72300-388A-4E05-8C2A-C9C4273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744F2-06E0-4419-A319-879A798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演示设备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AF606-A833-4C79-8468-573DCD5B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包含不同类型、状态与风险等级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EF571-55A5-4EBF-916B-8F0140A6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DBF61-8B62-4F18-AD2D-67208E41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1E8BB-C9D8-47FD-8ED4-BC04474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外部中间件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4403C-2BF8-4C2C-B512-124C9663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单二进制 + SQLite 即可运行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1E7A0-1A0A-4D65-8D57-D63A3FF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F19C5-2439-44FD-A49D-9D0B47D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464D7-2523-4460-8C8F-7AA82BB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验证链路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0BF6E-080D-4382-BAAE-ACBCA98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单元测试验证规则；Vite 生产构建验证前端；浏览器完成真实预约冲突流程。</a:t>
            </a:r>
          </a:p>
        </p:txBody>
      </p:sp>
    </p:spTree>
    <p:extLst>
      <p:ext uri="{BB962C8B-B14F-4D97-AF65-F5344CB8AC3E}">
        <p14:creationId xmlns:p14="http://schemas.microsoft.com/office/powerpoint/2010/main" val="515127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30172-39DB-41FF-86EC-DDDBF5E3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F0191-7392-4831-8CC3-2E1D1CE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E9E52-DD5E-425B-A21A-1FBB8F5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技术取舍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6535-E46E-4C2C-A02F-00A648B7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轻量部署原则：Go 主服务，Python 按需接入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3CCFC-91D5-4E10-912A-045BBC6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40A62-50C8-4B20-AFF6-6E824719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47180-23B3-4BFC-A32D-03DFCF6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资源优先给业务本身；只有真正依赖 Python 生态的模型推理才启用 Flask。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23458-B216-4CF6-8B2B-79DA78A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822D1-1BD8-44FD-A337-842DD38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13FA2-446E-473F-95AD-41DA73B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静态资源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B9FAD-43E2-4EA4-8C4A-795C6F5A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54067-6865-4FEE-B80F-F7C0E606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9EF78-1999-4E59-8AF6-7412B84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A20B5-547D-4FA8-8CD8-06657F9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默认后端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FA8DA-B3B2-4D9D-93FC-F9FD76A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94A96-B0F5-4727-9493-A06739E3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0CE51-7AA1-4B16-9A89-3BB2867F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06C9F-F150-41EA-BCD2-666F4CD7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本地数据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A8775-5E4F-4012-8C9B-2AC2CE87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14600"/>
            <a:ext cx="22288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3775B-4178-4B76-831C-2CDA7DE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Flask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50503-EFF8-4A9A-8CB5-1F12B7DC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仅模型推理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FA5EB-FD43-44E4-9DD2-410454E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78D6F-E33A-4B3C-8D00-244EDA4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按需调用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E8D1-C79B-4814-8A48-333D2A53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6F987-49E3-45F4-AABB-F19C5E7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当前项目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16B1F-C647-4573-A853-3720B1A0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006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不涉及深度学习推理，因此只部署 Gin 服务；构建产物小、依赖少、启动快。</a:t>
            </a:r>
          </a:p>
        </p:txBody>
      </p:sp>
    </p:spTree>
    <p:extLst>
      <p:ext uri="{BB962C8B-B14F-4D97-AF65-F5344CB8AC3E}">
        <p14:creationId xmlns:p14="http://schemas.microsoft.com/office/powerpoint/2010/main" val="1558137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8F8CF-A95E-4CDE-A6A2-6297C614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CB349-2EAD-4627-B9B3-8BE3081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EQUIPFLOW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7179-0876-4C36-84E6-6669E29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让每一次预约，都在提交前得到确定答案。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23779-DA59-44A9-9F99-66D151D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0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AF19B-2211-4766-BC78-69AD6CC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9D414-0E9C-4E7C-BC0B-EEE81E2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统一时间边界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C06A4-A630-49C8-B8BC-B462FA58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F7EF4-040D-4C16-9D39-96E2A9E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解释冲突风险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CC30-E24B-4A87-BAE4-CB7B644B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7ED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2ABD4-D5B6-426B-A8C0-A5D56478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给出替代路径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C05AB-0C00-4CAC-B2F2-E1FEA0C3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代码 · 论文 · 答辩材料已形成统一交付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707D7-D000-4598-8583-E023E13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48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89670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2026-08-11T02:58:59.5150000Z</dcterms:created>
  <dcterms:modified xsi:type="dcterms:W3CDTF">2026-08-11T02:58:59.5150000Z</dcterms:modified>
</coreProperties>
</file>