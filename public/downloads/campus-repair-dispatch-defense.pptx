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f957d427d8473b" /><Relationship Type="http://schemas.openxmlformats.org/officeDocument/2006/relationships/extended-properties" Target="/docProps/app.xml" Id="Rc6014880fca74de3" /><Relationship Type="http://schemas.openxmlformats.org/officeDocument/2006/relationships/officeDocument" Target="/ppt/presentation.xml" Id="R2fd5a679ab3941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2207d0da3547b2"/>
  </p:sldMasterIdLst>
  <p:notesMasterIdLst>
    <p:notesMasterId xmlns:r="http://schemas.openxmlformats.org/officeDocument/2006/relationships" r:id="R590db91e2e224082"/>
  </p:notesMasterIdLst>
  <p:sldIdLst>
    <p:sldId xmlns:r="http://schemas.openxmlformats.org/officeDocument/2006/relationships" id="256" r:id="Rd0968c0a7a994f16"/>
    <p:sldId xmlns:r="http://schemas.openxmlformats.org/officeDocument/2006/relationships" id="257" r:id="R0c00df612cab49f5"/>
    <p:sldId xmlns:r="http://schemas.openxmlformats.org/officeDocument/2006/relationships" id="258" r:id="Ra99c31ff92434daf"/>
    <p:sldId xmlns:r="http://schemas.openxmlformats.org/officeDocument/2006/relationships" id="259" r:id="Rbd42ee7679334175"/>
    <p:sldId xmlns:r="http://schemas.openxmlformats.org/officeDocument/2006/relationships" id="260" r:id="R8dd77d7c8e684eb6"/>
    <p:sldId xmlns:r="http://schemas.openxmlformats.org/officeDocument/2006/relationships" id="261" r:id="R14617ab6a85d4c49"/>
    <p:sldId xmlns:r="http://schemas.openxmlformats.org/officeDocument/2006/relationships" id="262" r:id="R24bb5b02ab3c4315"/>
    <p:sldId xmlns:r="http://schemas.openxmlformats.org/officeDocument/2006/relationships" id="263" r:id="Rb2ae59c773af4bd9"/>
    <p:sldId xmlns:r="http://schemas.openxmlformats.org/officeDocument/2006/relationships" id="264" r:id="Rf4b9d7b783164123"/>
    <p:sldId xmlns:r="http://schemas.openxmlformats.org/officeDocument/2006/relationships" id="265" r:id="R6df50e422f7a4d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7821abd5b54b65" /><Relationship Type="http://schemas.openxmlformats.org/officeDocument/2006/relationships/slideMaster" Target="/ppt/slideMasters/slideMaster1.xml" Id="Rf42207d0da3547b2" /><Relationship Type="http://schemas.openxmlformats.org/officeDocument/2006/relationships/notesMaster" Target="/ppt/notesMasters/notesMaster1.xml" Id="R590db91e2e224082" /><Relationship Type="http://schemas.openxmlformats.org/officeDocument/2006/relationships/presProps" Target="/ppt/presProps.xml" Id="Rdbcaaf587efa4df9" /><Relationship Type="http://schemas.openxmlformats.org/officeDocument/2006/relationships/tableStyles" Target="/ppt/tableStyles.xml" Id="R9efdccc7f3fb46bd" /><Relationship Type="http://schemas.openxmlformats.org/officeDocument/2006/relationships/slide" Target="/ppt/slides/slide1.xml" Id="Rd0968c0a7a994f16" /><Relationship Type="http://schemas.openxmlformats.org/officeDocument/2006/relationships/slide" Target="/ppt/slides/slide2.xml" Id="R0c00df612cab49f5" /><Relationship Type="http://schemas.openxmlformats.org/officeDocument/2006/relationships/slide" Target="/ppt/slides/slide3.xml" Id="Ra99c31ff92434daf" /><Relationship Type="http://schemas.openxmlformats.org/officeDocument/2006/relationships/slide" Target="/ppt/slides/slide4.xml" Id="Rbd42ee7679334175" /><Relationship Type="http://schemas.openxmlformats.org/officeDocument/2006/relationships/slide" Target="/ppt/slides/slide5.xml" Id="R8dd77d7c8e684eb6" /><Relationship Type="http://schemas.openxmlformats.org/officeDocument/2006/relationships/slide" Target="/ppt/slides/slide6.xml" Id="R14617ab6a85d4c49" /><Relationship Type="http://schemas.openxmlformats.org/officeDocument/2006/relationships/slide" Target="/ppt/slides/slide7.xml" Id="R24bb5b02ab3c4315" /><Relationship Type="http://schemas.openxmlformats.org/officeDocument/2006/relationships/slide" Target="/ppt/slides/slide8.xml" Id="Rb2ae59c773af4bd9" /><Relationship Type="http://schemas.openxmlformats.org/officeDocument/2006/relationships/slide" Target="/ppt/slides/slide9.xml" Id="Rf4b9d7b783164123" /><Relationship Type="http://schemas.openxmlformats.org/officeDocument/2006/relationships/slide" Target="/ppt/slides/slide10.xml" Id="R6df50e422f7a4d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e57136fabf48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38e66a210c4c82" /><Relationship Type="http://schemas.openxmlformats.org/officeDocument/2006/relationships/notesMaster" Target="/ppt/notesMasters/notesMaster1.xml" Id="R0c3461abc33c48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0270576dd4de0" /><Relationship Type="http://schemas.openxmlformats.org/officeDocument/2006/relationships/notesMaster" Target="/ppt/notesMasters/notesMaster1.xml" Id="Re1f0d5c1175c47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329a0b753642d4" /><Relationship Type="http://schemas.openxmlformats.org/officeDocument/2006/relationships/notesMaster" Target="/ppt/notesMasters/notesMaster1.xml" Id="R34512ac8cdbd4b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5a0167c71146ca" /><Relationship Type="http://schemas.openxmlformats.org/officeDocument/2006/relationships/notesMaster" Target="/ppt/notesMasters/notesMaster1.xml" Id="R7a21ace2082d46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034bf087994f2b" /><Relationship Type="http://schemas.openxmlformats.org/officeDocument/2006/relationships/notesMaster" Target="/ppt/notesMasters/notesMaster1.xml" Id="R4fb9744bba1a4c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c80aca7e3f422f" /><Relationship Type="http://schemas.openxmlformats.org/officeDocument/2006/relationships/notesMaster" Target="/ppt/notesMasters/notesMaster1.xml" Id="R612068b5e8044b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da03e6507d43d8" /><Relationship Type="http://schemas.openxmlformats.org/officeDocument/2006/relationships/notesMaster" Target="/ppt/notesMasters/notesMaster1.xml" Id="Ra27d2431f1904a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99e81a6ded49fe" /><Relationship Type="http://schemas.openxmlformats.org/officeDocument/2006/relationships/notesMaster" Target="/ppt/notesMasters/notesMaster1.xml" Id="R0ed992e7e38544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824d96dd9f4887" /><Relationship Type="http://schemas.openxmlformats.org/officeDocument/2006/relationships/notesMaster" Target="/ppt/notesMasters/notesMaster1.xml" Id="R74d3334c014149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299315485c43d3" /><Relationship Type="http://schemas.openxmlformats.org/officeDocument/2006/relationships/notesMaster" Target="/ppt/notesMasters/notesMaster1.xml" Id="Ra8aaf84c51ac4a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35dc314e04c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5c3fe49bea4463" /><Relationship Type="http://schemas.openxmlformats.org/officeDocument/2006/relationships/slideLayout" Target="/ppt/slideLayouts/slideLayout1.xml" Id="R423e23fd89d84d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3e23fd89d84d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c05fc56c34906" /><Relationship Type="http://schemas.openxmlformats.org/officeDocument/2006/relationships/image" Target="/ppt/media/image.jpeg" Id="R49ebc842fa3749b7" /><Relationship Type="http://schemas.openxmlformats.org/officeDocument/2006/relationships/notesSlide" Target="/ppt/notesSlides/notesSlide1.xml" Id="Rdd8923e420f942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e5ed4ef1f42a7" /><Relationship Type="http://schemas.openxmlformats.org/officeDocument/2006/relationships/notesSlide" Target="/ppt/notesSlides/notesSlide2.xml" Id="R5a851dd82f0744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8f44c418f4398" /><Relationship Type="http://schemas.openxmlformats.org/officeDocument/2006/relationships/notesSlide" Target="/ppt/notesSlides/notesSlide3.xml" Id="R24e1a935353141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4252f61b24ec9" /><Relationship Type="http://schemas.openxmlformats.org/officeDocument/2006/relationships/notesSlide" Target="/ppt/notesSlides/notesSlide4.xml" Id="Rb2108de69b4248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8a3a89c8746a8" /><Relationship Type="http://schemas.openxmlformats.org/officeDocument/2006/relationships/notesSlide" Target="/ppt/notesSlides/notesSlide5.xml" Id="Raa9a0c9f520241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3060f33624523" /><Relationship Type="http://schemas.openxmlformats.org/officeDocument/2006/relationships/image" Target="/ppt/media/image2.jpeg" Id="R5d9c1d54b13b4560" /><Relationship Type="http://schemas.openxmlformats.org/officeDocument/2006/relationships/notesSlide" Target="/ppt/notesSlides/notesSlide6.xml" Id="Ra9315414106c45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e29e25ea8429d" /><Relationship Type="http://schemas.openxmlformats.org/officeDocument/2006/relationships/image" Target="/ppt/media/image3.jpeg" Id="R604efc87e95341fa" /><Relationship Type="http://schemas.openxmlformats.org/officeDocument/2006/relationships/notesSlide" Target="/ppt/notesSlides/notesSlide7.xml" Id="R084a672866a047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07982dda640d4" /><Relationship Type="http://schemas.openxmlformats.org/officeDocument/2006/relationships/notesSlide" Target="/ppt/notesSlides/notesSlide8.xml" Id="R0681e944d45c40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0e288574b4c41" /><Relationship Type="http://schemas.openxmlformats.org/officeDocument/2006/relationships/notesSlide" Target="/ppt/notesSlides/notesSlide9.xml" Id="Rc51fa8b3159d4e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b1832b07c4226" /><Relationship Type="http://schemas.openxmlformats.org/officeDocument/2006/relationships/notesSlide" Target="/ppt/notesSlides/notesSlide10.xml" Id="Rc977867c1b7a4e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C5D61-9237-4269-A631-AE011674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3F4E3-EE9D-48A0-94B9-45CECAC7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本科毕业设计 · 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697EF-A052-4E11-B2D3-93183ACB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5191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校园报修智能派单系统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89DF8-8F2E-4032-81E9-1A3E8D1F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把经验派单转化为可解释、可复现的评分决策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43AA9-52F4-492E-9B12-14FD9FE9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457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A6DD9-4FD1-43C9-BD44-9C68D44E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RepairOps  ·  React + Gin + 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677FF-EFFC-4F52-A077-D07BBCD1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轻量部署 / 可解释规则 / 完整交付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BB8F7-D518-49B3-AD83-B62C3863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01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2129B-881E-4E7F-B514-93E2F12C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5695950" cy="4953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bc842fa3749b7"/>
          <a:stretch xmlns:a="http://schemas.openxmlformats.org/drawingml/2006/main"/>
        </p:blipFill>
        <p:spPr>
          <a:xfrm xmlns:a="http://schemas.openxmlformats.org/drawingml/2006/main">
            <a:off x="6096000" y="903143"/>
            <a:ext cx="5695950" cy="4480214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5ED8B-B26D-4F9F-B534-022F3657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8859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C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E27F9-716D-412A-B96B-D5C7ED11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436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真实系统截图</a:t>
            </a:r>
          </a:p>
        </p:txBody>
      </p:sp>
    </p:spTree>
    <p:extLst>
      <p:ext uri="{BB962C8B-B14F-4D97-AF65-F5344CB8AC3E}">
        <p14:creationId xmlns:p14="http://schemas.microsoft.com/office/powerpoint/2010/main" val="264939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5150C6-E892-48B4-93C8-D109CFD5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D5DF7-3AB7-4AAF-B182-AEAEE32A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REPAIROPS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017B9-224D-4E35-BF17-713E9C9B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问题定义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188B3-1486-4864-ABAE-E8F2763F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从真实痛点到系统设计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97475-0DE8-4FD3-BC66-6C773845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F040E-23E8-441C-89DA-13C3BC31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1217B-F6D3-459E-8C90-FBCDC932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报修类别、区域、紧急程度同时变化，人工派单难以兼顾专业与负载。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6CCC0-AA0F-4669-BC9D-074E08C1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19FE9-8816-45EC-9629-33D84970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专业匹配不稳定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302C3-F5B4-4FA7-AB0C-CA68E498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依赖调度员经验，换人后结果容易波动。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3E7F9-81B8-4E43-9959-8763FD7F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9E4CE-383A-4F4F-B1E1-2BF1702F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工作量不均衡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4DEEA-4141-49DE-BD47-033D7250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热门维修员持续积压，空闲人员没有被利用。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2DA0F-E986-4E9D-8697-0D7E7D70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3E7FA-0B35-47CD-B7AB-C4755F81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决策无法追溯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68531-C51F-410D-8F01-7888E044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派给谁、为什么派，缺少统一评分证据。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8C347-3598-4965-9F02-E7AF2A76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58674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C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A2780-FB18-44D5-A6B8-0B02C994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DESIGN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D4A76-FFBC-47E7-B326-054589C3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DA5BC-00F1-47B9-8B18-BB019E81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57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加权评分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D4E0B-96B8-4DA9-960E-5DECDA41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194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技能、区域、负载、评分和紧急程度统一量化。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E50B8-379D-4E84-9044-5C7BC5AC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14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3534C-1385-47E2-A826-A101C96A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385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解释结果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A22D9-A4A3-4362-9F6E-CBB84C9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0047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返回候选排序与各维度得分，支持人工复核。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54462-A2CB-4C2F-B0D7-BD99E6A3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700B01-7298-43FE-A30E-8ECC7F68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事务落库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4B7BA-B122-480B-ADFE-47DB861B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派单记录与维修员负载在同一事务内更新。</a:t>
            </a:r>
          </a:p>
        </p:txBody>
      </p:sp>
    </p:spTree>
    <p:extLst>
      <p:ext uri="{BB962C8B-B14F-4D97-AF65-F5344CB8AC3E}">
        <p14:creationId xmlns:p14="http://schemas.microsoft.com/office/powerpoint/2010/main" val="1531051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77241-C34D-4ABB-93C7-9BEEC80C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ECC82-5055-4BBF-AE11-B2968B34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REPAIROPS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1AA61-F8FF-4019-89C7-4C54366B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系统架构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3DF91-EBA0-4FB4-B098-933ED874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三层架构与清晰职责边界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A53FA-EDD1-4798-B5DF-14BE6AD9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29E4C-13E6-4FB0-B284-8F35370C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03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A7B72-C86A-4970-8340-02A4BF35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浏览器请求沿一条可追踪链路完成；每一层只承担自己的职责。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3E9C4-ECE1-40E4-B534-F2EB28E0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5BF0C-A039-40DD-87DF-86B43EC6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7D3D4-E0CC-480A-9D51-DDFD4090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1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EFB5D-1DA0-44F2-A6F2-0C8515EB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React 交互层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24431-329B-4D35-83C7-58BDD3D4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报修看板、工单创建与候选解释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0EC0A-5432-44EF-A1FC-99B8A730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9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9B076-E537-4421-9483-F6823108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53DF8-E31B-4E74-ABBD-A437533B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480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1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8D3DB-FF2C-4A50-AACC-A4CC5023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Gin 业务层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4C63B-48CA-4430-AD54-C5718425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规则评分、候选排序、事务派单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2A588-C998-4853-A7CF-205C304D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9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0005F-3910-4E8A-8980-8E7AC4D6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896CAE-C796-4C32-814C-3BE57CAC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480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1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9927B-007E-4E0F-A4F7-C2124FB5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SQLite 数据层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F7F6D-7981-4F0F-A1B5-0E0FB08B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维修员、工单、派单记录持久化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88A3E-9706-45DC-A06E-B41DF3F0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E1F1C-9B9C-49D5-9BDE-DA18C17B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部署边界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B4A78F-5B05-4C3D-8331-3EABA6CE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197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Go 主服务承载接口与规则，SQLite 负责持久化；无需 Redis、MQ 或独立数据库。</a:t>
            </a:r>
          </a:p>
        </p:txBody>
      </p:sp>
    </p:spTree>
    <p:extLst>
      <p:ext uri="{BB962C8B-B14F-4D97-AF65-F5344CB8AC3E}">
        <p14:creationId xmlns:p14="http://schemas.microsoft.com/office/powerpoint/2010/main" val="600148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C76A44-C96E-4D81-9D1A-06952328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72EEE-C34E-42F2-A684-6D8C4153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REPAIROPS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E0001-DC7F-4D91-8F67-480ECEEA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数据与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CCF85-34CE-4ADF-8C28-3FC4C7B8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领域模型与接口形成完整闭环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32419-B99D-47AD-AD96-2EAAD7EF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56A05-0D92-42B2-956B-A2E1FDF5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B8830-DA1D-4827-B8B1-B908B9BE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模型不是演示数据外壳：每个核心对象都有对应接口与业务动作。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DE457-005C-4459-9186-9AC1D501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BBE5A-3CC5-4451-8112-A074A7A5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领域对象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7401F-12B2-45E5-BCA1-3B2CC92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14550"/>
            <a:ext cx="466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F23B3-4907-47CF-A5FC-F3E232C5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57425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关键字段 / 职责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42F0E-59C4-4BBE-B62C-32135240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14550"/>
            <a:ext cx="464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C3768-08A5-4239-9320-C278C0F1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5742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核心接口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6C241-22C6-45F5-9BA2-74FF6CF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D961D-7589-4716-90D0-CD1E154B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289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Technician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A88AD-FA95-47F0-8518-D2C247B6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38C60-FC25-43D6-B85E-8976C912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2892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技能、服务区域、负载与评分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41FA0-9916-4617-B460-807B3132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464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C57DC-DF65-4E0E-8E45-27ABA8B4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2892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GET /api/technicians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1C2D6-1196-4192-B846-E9500D8A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0C82E-EDB7-47CC-A573-DB40AB64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RepairTicket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D7A4A-6368-4DAD-9DBD-8D3F48B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995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D97A6B-F539-4C17-9067-7323B877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7187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类别、地点、紧急度与状态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8CC43-1E14-4EB6-95A6-D835C0A0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464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65D66F-ED40-4E7B-B1D3-2E4E8C40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718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POST /api/tickets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5CD89F-1BD6-407B-9F0C-1012F2E5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3E8911-3609-44BA-BB0F-5B3374CE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Dispatch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AED9F2-3613-4FE7-8F55-1381906F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5290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46816-6246-4EC3-97B8-E238B8B3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1482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候选得分、解释与最终指派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594DD-583F-4450-AD96-98CF5901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64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E1682-6BCF-457F-9776-C7C701D2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1482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POST /api/dispatch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4A98CA-5359-4D4B-94AF-2358A008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52E0E2-5BF8-40D9-A6CA-D4F1C451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Dashboard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3270E5-7781-4406-BE5D-E4454515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B5406C-ACAD-4A18-ACCB-F9AB1E1C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5777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工单状态、负载与响应概览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7CA02A-EBC5-4D7D-9E6E-33028AA5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95850"/>
            <a:ext cx="464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C35B8B-EA81-4B36-93CF-B0FBBA13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577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GET /api/dashboard</a:t>
            </a:r>
          </a:p>
        </p:txBody>
      </p:sp>
    </p:spTree>
    <p:extLst>
      <p:ext uri="{BB962C8B-B14F-4D97-AF65-F5344CB8AC3E}">
        <p14:creationId xmlns:p14="http://schemas.microsoft.com/office/powerpoint/2010/main" val="351823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C9508-EE72-4FFD-8A20-FA8E9B88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08700-D264-4E28-82C8-C41EA23A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REPAIROPS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E128B-623B-4D93-A664-42887F1A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智能决策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5B9BD-B23C-4374-8BC0-9A0C5762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核心算法：规则透明，结果可解释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BB330-91A5-4E0C-A03C-4AFFC6CF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B5128-4EFF-416D-A1C2-445AAAB6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C4E3D-53C9-4601-9DF4-DBC87819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将派单经验拆成可阅读的评分项，同时避免高负载人员继续堆积。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EE48C-73BC-496C-9DFC-C71AB037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11391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C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2DD94-B347-4B32-98CE-77619854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DECISION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9F434-C722-46D0-89E4-DBC1687F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技能 + 区域 + max(0, 18−4×负载) + 评分 + 紧急加成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41EA6-644A-46A6-BFE3-06611524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01  过滤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8648A-DC25-414F-8ECE-04217A79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86AB9-DDB5-4922-BEAB-B731E068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读取待派工单与可服务维修员。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E2B69-6B4C-48EA-88B7-71E217F1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48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02  排序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00D35-AFF2-43E4-8496-3F7EE361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8CD7F-5668-4E51-8655-177D57D3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逐项计算匹配分，按总分和稳定规则排序。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98990-41C1-445A-BFA7-848C34DA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48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03  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E7029-2E11-4FFA-9CC6-33E2806B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3AC16-7C01-42F8-9074-A8E94DA8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910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在事务中写入派单并同步维修员负载。</a:t>
            </a:r>
          </a:p>
        </p:txBody>
      </p:sp>
    </p:spTree>
    <p:extLst>
      <p:ext uri="{BB962C8B-B14F-4D97-AF65-F5344CB8AC3E}">
        <p14:creationId xmlns:p14="http://schemas.microsoft.com/office/powerpoint/2010/main" val="2002004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32572-359D-4BF0-AAB9-A786ED48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0CB16-98C4-4D87-9491-694819A3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REPAIROPS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66112-8544-4E54-B3D5-6F398CA8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真实界面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23A65-3C19-4890-9DF4-5C608C51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系统总览：业务状态一屏可见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E3A17-C7F7-411B-8502-9C070E3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0CAA7-81C6-4F9A-AB2D-F6214FFD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99E46-A14E-450F-BB84-FA74C23D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工单状态、维修员负载与紧急任务集中呈现。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AF3AF-968F-4A23-9205-E6538065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38275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9EFFE-48C5-4F87-B9AB-761A35A7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144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工单总览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5A6C6-F851-4F49-BA2B-8D4E444D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38275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C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521EE-7227-4F5E-9248-EECC6F2D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5144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负载分布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E4992-ED6E-41C1-B7A5-30A2955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438275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C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B5773-17DC-49B2-87A9-B56F2250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5144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紧急队列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6D428-956C-4F1F-A13E-56B6FF7D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c1d54b13b4560"/>
          <a:stretch xmlns:a="http://schemas.openxmlformats.org/drawingml/2006/main"/>
        </p:blipFill>
        <p:spPr>
          <a:xfrm xmlns:a="http://schemas.openxmlformats.org/drawingml/2006/main">
            <a:off x="3480311" y="1981200"/>
            <a:ext cx="5231379" cy="4114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</p:spTree>
    <p:extLst>
      <p:ext uri="{BB962C8B-B14F-4D97-AF65-F5344CB8AC3E}">
        <p14:creationId xmlns:p14="http://schemas.microsoft.com/office/powerpoint/2010/main" val="1010163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B4405-37CA-4D67-A294-67C78180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77BFB-B732-48E9-9EDD-FE9DE00F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REPAIROPS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17043-3501-430F-AF44-A1137EBE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核心流程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970FB-3BD8-48D8-9BA4-E2FFA2C1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每一次派单，都能说明为什么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58A19-E11F-475A-9FC0-BE0FBE9B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56A84-18EC-41C1-91AF-F5F8B487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59C3E-5886-47EA-B3A4-9E6DAC6C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一次真实操作同时展示输入、决策依据和可执行结果。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1581B-6C46-44BA-AEC3-E778F1A6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1901C-EB7A-4AA4-9100-7E8ADD27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C25E1-8FC5-4BA5-8143-43AE224D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类别、区域、位置与紧急程度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69138-DA01-4CB4-83F9-5DB4BA31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BA836-8160-43FF-B2DB-70A418DC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A95E9-9A24-4F2B-996C-6A4073B7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技能、区域、负载、评分和加成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FFC53-075A-4EE8-9B29-C1AA244D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A9AEF-AD67-4D91-BCAC-DBA7E313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14B42-79BA-4998-A8BC-225A4AE6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候选排名、解释与一键确认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829DC-FBAC-422E-BF57-640677FE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62100"/>
            <a:ext cx="7239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efc87e95341fa"/>
          <a:stretch xmlns:a="http://schemas.openxmlformats.org/drawingml/2006/main"/>
        </p:blipFill>
        <p:spPr>
          <a:xfrm xmlns:a="http://schemas.openxmlformats.org/drawingml/2006/main">
            <a:off x="4552950" y="1763254"/>
            <a:ext cx="7239000" cy="4074441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</p:spTree>
    <p:extLst>
      <p:ext uri="{BB962C8B-B14F-4D97-AF65-F5344CB8AC3E}">
        <p14:creationId xmlns:p14="http://schemas.microsoft.com/office/powerpoint/2010/main" val="140661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73351-56CA-4BA4-A484-F10C64ED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EF488-1FE9-4024-9EA8-A39BB66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REPAIROPS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A5A1F-8AA6-4AA1-80D6-10856B4B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测试证据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17956-FB27-43C7-B3DF-B3262370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验证结果：从规则到浏览器全链路通过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F73C5-7354-48F9-BD28-F3DECE54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273D6-E2C3-45D4-946A-2BB40286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62FB6-E0E8-4F5C-AD50-0BED0028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测试数量不是装饰；每一个数字都对应可重复执行的工程证据。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AF0D8-2662-4964-9B93-14C49378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4B887-B63E-4D03-A257-5C1D70F4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核心业务测试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3EDAF-DA2A-41E2-8186-82AF1A90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覆盖评分、排序、事务与异常路径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86BC1-D8D6-469A-AB86-5B8ABDBB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5914D-7006-4737-BE7B-F2149A20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20733-0633-42CB-A5DE-AF835171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演示维修员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9B41E-44FD-476C-86E4-107881F5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技能、区域和负载具有差异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EA84B-EBA4-425B-B8AF-08F0CCE6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EE067-6CC3-450C-BDA3-ED71D966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1C295-FB84-44CC-9EE0-438A71AC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外部服务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F848C-DC4F-48F8-A81C-6A8CD316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轻量部署，不依赖消息队列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5276D-36CA-4B51-A33B-D7371FE2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0FE30-30D6-4CF4-8EE1-5E11055B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A7EB93-2C95-48AC-A779-2253A9D2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验证链路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21633-5CCA-4532-8EB7-D1AB3F6C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81600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Go 测试验证评分和事务；前端通过 lint 与 production build；浏览器完成创建工单和智能派单。</a:t>
            </a:r>
          </a:p>
        </p:txBody>
      </p:sp>
    </p:spTree>
    <p:extLst>
      <p:ext uri="{BB962C8B-B14F-4D97-AF65-F5344CB8AC3E}">
        <p14:creationId xmlns:p14="http://schemas.microsoft.com/office/powerpoint/2010/main" val="17198936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12FF04-FD14-422A-8102-C04391D7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8C365-0397-4187-87FA-F2F9799E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REPAIROPS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FE22E-DCB9-482B-B9AC-44AE2043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技术取舍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35A26-A410-4B45-BD55-18617E38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轻量部署原则：Go 主服务，Python 按需接入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D26E4-066A-471F-8CA4-257CB092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BC162-6E75-4F70-AF81-C6A83E29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F16FF-0A12-42EA-9166-D29701EC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资源优先给业务本身；只有真正依赖 Python 生态的模型推理才启用 Flask。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4FD2C-268C-4B51-89B9-EA40699D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C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1588B-E1DE-46FA-950D-07E919DC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React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A9B7A-9525-42FE-AC91-A9FE0EDE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静态资源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712E2-1EB6-4643-9B52-207AAD41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3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7BC2C-2D2A-42B7-AE07-9C0B5E8A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8BBFE-D5D3-41FF-A89A-FD91D05B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62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0D017-3F9D-4A9D-8BCD-A9363C6D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默认后端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57A21-3798-45BE-B336-52BF6D8E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3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8A310-346A-4F9F-B7A0-7FE48FE3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C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719A9-25A6-45B6-A59A-287A2DBB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62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SQLite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17F86-070F-46D7-974E-ADBB1E6E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本地数据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F493A-FDFA-4667-9582-BA763E4B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14600"/>
            <a:ext cx="22288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1D3DF-CF28-4FE6-B71A-D5B5ABF8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6225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Flask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4DAB1-32D4-4753-BE24-1E6A3525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337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仅模型推理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EF77B-AA98-44F4-A75B-AA378F06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38625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F79D7-35E6-4EB5-AB35-F02ABE28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053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按需调用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CE8A78-DC06-4418-9F66-14B99ECD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13919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C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A55BB-1B28-41D1-BB8C-33B11F91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当前项目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B800A4-7D53-43B7-A148-FDB6A810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006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不涉及深度学习推理，因此只部署 Gin 服务；构建产物小、依赖少、启动快。</a:t>
            </a:r>
          </a:p>
        </p:txBody>
      </p:sp>
    </p:spTree>
    <p:extLst>
      <p:ext uri="{BB962C8B-B14F-4D97-AF65-F5344CB8AC3E}">
        <p14:creationId xmlns:p14="http://schemas.microsoft.com/office/powerpoint/2010/main" val="1688132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20D88-440C-40CF-8909-EDC96DDB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69FA3-D04A-4765-9253-6F41FEF2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REPAIROPS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D4743-558C-4CBC-8D50-ED51F914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09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让派单结果既更合适，也说得清楚。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B2296-94E4-4A81-BC7C-53CE3464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1110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BCA3A-D0DB-4E08-BE81-2889B7FA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41372-8DF4-4363-92C1-ED4CC34F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专业与区域匹配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8BCA0-613B-474F-A293-8870AA21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57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6D1D0-D68D-4591-9A6C-FA3A2E39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负载动态均衡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163E1-E3E4-4284-9387-DECC2745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57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77A3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389C2-E3F0-4996-85E8-C7D4BB6C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96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全过程可追溯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73C8F-38A0-486E-A4C8-26BB4D97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代码 · 论文 · 答辩材料已形成统一交付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15612-01B7-458F-B224-C71A87EE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484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645134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2026-08-11T02:59:00.5140000Z</dcterms:created>
  <dcterms:modified xsi:type="dcterms:W3CDTF">2026-08-11T02:59:00.5140000Z</dcterms:modified>
</coreProperties>
</file>