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00acafabe4add" /><Relationship Type="http://schemas.openxmlformats.org/officeDocument/2006/relationships/extended-properties" Target="/docProps/app.xml" Id="Rbdbd5f3ca6c44cf6" /><Relationship Type="http://schemas.openxmlformats.org/officeDocument/2006/relationships/officeDocument" Target="/ppt/presentation.xml" Id="Rb4b3d79f2c5b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7f290cc461400a"/>
  </p:sldMasterIdLst>
  <p:notesMasterIdLst>
    <p:notesMasterId xmlns:r="http://schemas.openxmlformats.org/officeDocument/2006/relationships" r:id="R4d7a75f650c14f53"/>
  </p:notesMasterIdLst>
  <p:sldIdLst>
    <p:sldId xmlns:r="http://schemas.openxmlformats.org/officeDocument/2006/relationships" id="256" r:id="R588f3597fcc74a91"/>
    <p:sldId xmlns:r="http://schemas.openxmlformats.org/officeDocument/2006/relationships" id="257" r:id="R8f1eaa8421374e17"/>
    <p:sldId xmlns:r="http://schemas.openxmlformats.org/officeDocument/2006/relationships" id="258" r:id="R1675bde6509146d1"/>
    <p:sldId xmlns:r="http://schemas.openxmlformats.org/officeDocument/2006/relationships" id="259" r:id="R15d39a99f9214f84"/>
    <p:sldId xmlns:r="http://schemas.openxmlformats.org/officeDocument/2006/relationships" id="260" r:id="R451a1ed6bc004331"/>
    <p:sldId xmlns:r="http://schemas.openxmlformats.org/officeDocument/2006/relationships" id="261" r:id="Rb705190c799744cd"/>
    <p:sldId xmlns:r="http://schemas.openxmlformats.org/officeDocument/2006/relationships" id="262" r:id="R75798a3df1644cb7"/>
    <p:sldId xmlns:r="http://schemas.openxmlformats.org/officeDocument/2006/relationships" id="263" r:id="R780980cbe109402b"/>
    <p:sldId xmlns:r="http://schemas.openxmlformats.org/officeDocument/2006/relationships" id="264" r:id="R30f3fd7792d04b0c"/>
    <p:sldId xmlns:r="http://schemas.openxmlformats.org/officeDocument/2006/relationships" id="265" r:id="R05a36a4cf29b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5a267a5be24780" /><Relationship Type="http://schemas.openxmlformats.org/officeDocument/2006/relationships/slideMaster" Target="/ppt/slideMasters/slideMaster1.xml" Id="R947f290cc461400a" /><Relationship Type="http://schemas.openxmlformats.org/officeDocument/2006/relationships/notesMaster" Target="/ppt/notesMasters/notesMaster1.xml" Id="R4d7a75f650c14f53" /><Relationship Type="http://schemas.openxmlformats.org/officeDocument/2006/relationships/presProps" Target="/ppt/presProps.xml" Id="R2d8e081ce97c4b1d" /><Relationship Type="http://schemas.openxmlformats.org/officeDocument/2006/relationships/tableStyles" Target="/ppt/tableStyles.xml" Id="R7b1979a9d16b49b0" /><Relationship Type="http://schemas.openxmlformats.org/officeDocument/2006/relationships/slide" Target="/ppt/slides/slide1.xml" Id="R588f3597fcc74a91" /><Relationship Type="http://schemas.openxmlformats.org/officeDocument/2006/relationships/slide" Target="/ppt/slides/slide2.xml" Id="R8f1eaa8421374e17" /><Relationship Type="http://schemas.openxmlformats.org/officeDocument/2006/relationships/slide" Target="/ppt/slides/slide3.xml" Id="R1675bde6509146d1" /><Relationship Type="http://schemas.openxmlformats.org/officeDocument/2006/relationships/slide" Target="/ppt/slides/slide4.xml" Id="R15d39a99f9214f84" /><Relationship Type="http://schemas.openxmlformats.org/officeDocument/2006/relationships/slide" Target="/ppt/slides/slide5.xml" Id="R451a1ed6bc004331" /><Relationship Type="http://schemas.openxmlformats.org/officeDocument/2006/relationships/slide" Target="/ppt/slides/slide6.xml" Id="Rb705190c799744cd" /><Relationship Type="http://schemas.openxmlformats.org/officeDocument/2006/relationships/slide" Target="/ppt/slides/slide7.xml" Id="R75798a3df1644cb7" /><Relationship Type="http://schemas.openxmlformats.org/officeDocument/2006/relationships/slide" Target="/ppt/slides/slide8.xml" Id="R780980cbe109402b" /><Relationship Type="http://schemas.openxmlformats.org/officeDocument/2006/relationships/slide" Target="/ppt/slides/slide9.xml" Id="R30f3fd7792d04b0c" /><Relationship Type="http://schemas.openxmlformats.org/officeDocument/2006/relationships/slide" Target="/ppt/slides/slide10.xml" Id="R05a36a4cf29b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ab78c4c354f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60fc74b6d4c53" /><Relationship Type="http://schemas.openxmlformats.org/officeDocument/2006/relationships/notesMaster" Target="/ppt/notesMasters/notesMaster1.xml" Id="R855705d3737742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6d03d7860c49cb" /><Relationship Type="http://schemas.openxmlformats.org/officeDocument/2006/relationships/notesMaster" Target="/ppt/notesMasters/notesMaster1.xml" Id="Rbdbb0acb9b9343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7ea8816f64528" /><Relationship Type="http://schemas.openxmlformats.org/officeDocument/2006/relationships/notesMaster" Target="/ppt/notesMasters/notesMaster1.xml" Id="R41c5cbd3ac77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1253e4d95f44ec" /><Relationship Type="http://schemas.openxmlformats.org/officeDocument/2006/relationships/notesMaster" Target="/ppt/notesMasters/notesMaster1.xml" Id="Ra2d20537dc4648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3ecfee15064b94" /><Relationship Type="http://schemas.openxmlformats.org/officeDocument/2006/relationships/notesMaster" Target="/ppt/notesMasters/notesMaster1.xml" Id="Rf43bda90ebd94f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7564d24a54225" /><Relationship Type="http://schemas.openxmlformats.org/officeDocument/2006/relationships/notesMaster" Target="/ppt/notesMasters/notesMaster1.xml" Id="Rc6b410a30dea48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01460f79434efc" /><Relationship Type="http://schemas.openxmlformats.org/officeDocument/2006/relationships/notesMaster" Target="/ppt/notesMasters/notesMaster1.xml" Id="R17a21c428d3d4d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8e0501a0ed4a61" /><Relationship Type="http://schemas.openxmlformats.org/officeDocument/2006/relationships/notesMaster" Target="/ppt/notesMasters/notesMaster1.xml" Id="R98091b49146642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81cc56afcb4490" /><Relationship Type="http://schemas.openxmlformats.org/officeDocument/2006/relationships/notesMaster" Target="/ppt/notesMasters/notesMaster1.xml" Id="Rbaa0209b9b5842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b231dae5184a04" /><Relationship Type="http://schemas.openxmlformats.org/officeDocument/2006/relationships/notesMaster" Target="/ppt/notesMasters/notesMaster1.xml" Id="Rcde1a9a9856c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bebb3399049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9e6e98c07a4903" /><Relationship Type="http://schemas.openxmlformats.org/officeDocument/2006/relationships/slideLayout" Target="/ppt/slideLayouts/slideLayout1.xml" Id="R8de4c4c978fc47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e4c4c978fc47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5ab3af0774c17" /><Relationship Type="http://schemas.openxmlformats.org/officeDocument/2006/relationships/image" Target="/ppt/media/image.jpeg" Id="R6476bff4092c4729" /><Relationship Type="http://schemas.openxmlformats.org/officeDocument/2006/relationships/notesSlide" Target="/ppt/notesSlides/notesSlide1.xml" Id="Ra2d0c3af351c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60181efb84793" /><Relationship Type="http://schemas.openxmlformats.org/officeDocument/2006/relationships/notesSlide" Target="/ppt/notesSlides/notesSlide2.xml" Id="R5a117412e1e64d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5b3dccfd74087" /><Relationship Type="http://schemas.openxmlformats.org/officeDocument/2006/relationships/notesSlide" Target="/ppt/notesSlides/notesSlide3.xml" Id="R442ccb89fd7a45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8899e5e9941d6" /><Relationship Type="http://schemas.openxmlformats.org/officeDocument/2006/relationships/notesSlide" Target="/ppt/notesSlides/notesSlide4.xml" Id="Re8a4c8871f5e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bfffc8962468c" /><Relationship Type="http://schemas.openxmlformats.org/officeDocument/2006/relationships/notesSlide" Target="/ppt/notesSlides/notesSlide5.xml" Id="R21f76227e815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738f73ab34195" /><Relationship Type="http://schemas.openxmlformats.org/officeDocument/2006/relationships/image" Target="/ppt/media/image2.jpeg" Id="Rbfb2662066544f36" /><Relationship Type="http://schemas.openxmlformats.org/officeDocument/2006/relationships/notesSlide" Target="/ppt/notesSlides/notesSlide6.xml" Id="R9f0ce60a8f0244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983b30e4b4ebc" /><Relationship Type="http://schemas.openxmlformats.org/officeDocument/2006/relationships/image" Target="/ppt/media/image3.jpeg" Id="R98e381b844224391" /><Relationship Type="http://schemas.openxmlformats.org/officeDocument/2006/relationships/notesSlide" Target="/ppt/notesSlides/notesSlide7.xml" Id="R8e93910014a8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d4cb4cf6c419c" /><Relationship Type="http://schemas.openxmlformats.org/officeDocument/2006/relationships/notesSlide" Target="/ppt/notesSlides/notesSlide8.xml" Id="R00b9f406e2e84f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a17ce10024800" /><Relationship Type="http://schemas.openxmlformats.org/officeDocument/2006/relationships/notesSlide" Target="/ppt/notesSlides/notesSlide9.xml" Id="Ra313107eb67b48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714ad0b2149f5" /><Relationship Type="http://schemas.openxmlformats.org/officeDocument/2006/relationships/notesSlide" Target="/ppt/notesSlides/notesSlide10.xml" Id="R0787ae9426dc46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061E4-7CC5-436F-87F3-B3597344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2D75F-D5A2-4E93-AB8E-8F57BE0E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本科毕业设计 · 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1B844-52C0-4172-96B8-65C19FC1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5191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志愿服务供需智能匹配平台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9F89B-4E3C-40B8-B793-179D838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把志愿者意愿、技能与服务机会连接成可信匹配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1DCA0-8F4E-4CC2-B862-CF93A3C9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BA6FA-997A-4BDA-AB62-9D319BA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星愿  ·  React + Gin +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3DCF3-2643-47BF-89E0-B382AD8A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轻量部署 / 可解释规则 / 完整交付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4BE85-43BA-4609-8446-F303E96E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01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C3D27-33AE-4E4B-A605-913F60EC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569595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6bff4092c4729"/>
          <a:stretch xmlns:a="http://schemas.openxmlformats.org/drawingml/2006/main"/>
        </p:blipFill>
        <p:spPr>
          <a:xfrm xmlns:a="http://schemas.openxmlformats.org/drawingml/2006/main">
            <a:off x="6792346" y="666750"/>
            <a:ext cx="4303259" cy="4953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33DB5-8986-424A-887C-39BADFC8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91200"/>
            <a:ext cx="1885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FB1FC-C571-4D51-BCD5-AB4F8F3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43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真实系统截图</a:t>
            </a:r>
          </a:p>
        </p:txBody>
      </p:sp>
    </p:spTree>
    <p:extLst>
      <p:ext uri="{BB962C8B-B14F-4D97-AF65-F5344CB8AC3E}">
        <p14:creationId xmlns:p14="http://schemas.microsoft.com/office/powerpoint/2010/main" val="124084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DDEACD-7B49-4E14-8C96-FD40438E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BC346-851B-41BC-876C-665A972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D0C94-1EA4-48C7-9AE4-1DBA89D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问题定义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9326F-4F4E-432C-8900-332D483A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从真实痛点到系统设计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CB984-29F1-44D5-850F-44799910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A625D-376F-4971-B307-1F228B7C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2435D-0D5C-431F-B1B6-BF17EF73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项目与志愿者资料分散，人工筛选容易忽略技能门槛和时间有效性。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74C44-5EB3-45B9-AD68-532972DC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3D78B-77B0-4770-8699-23373186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技能错配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D06D0-29CB-4388-9E16-8973BAAA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仅凭兴趣报名，关键服务可能缺少必需能力。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B335F-E3ED-4DD7-92B9-174F861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5633E-787B-430E-8EA1-7D75034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时间与区域割裂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FC75B-6C84-4EF0-A782-B7CE6830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可用时段、服务地点和任务需求难以同时比较。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2EF1E-EC9E-41F3-AE12-376C717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58BB8-01D3-4862-88D1-5753EEFA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名额状态滞后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2E9FC-F3CE-4205-A52F-FCA80158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匹配确认与剩余名额分开更新，容易出现超额。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37445-563A-455F-A6B7-98496F5B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674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C9B3C-5A75-40EA-9E26-404FA242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DESIGN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5DEBA-8A67-4A05-BD26-C965296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BACDB-DB0A-4C9E-9794-4F0FD30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技能硬门槛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C6ABF-0316-42CD-8917-8240DC8E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194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必需技能不满足时直接剔除，避免高分掩盖缺项。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95C16-58E8-4AFE-9484-283EDECC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07886-BF06-43F5-8A20-94911E98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385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综合排序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24EE2-2CDE-42CB-96A9-BA87D9FF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0047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区域、时间、信用和评分形成可解释候选序列。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21A68-3CF7-4CB7-BF3B-08DCA7F8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36209F-47D8-426D-A475-8D39947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事务确认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7F26B-DD0A-4F35-A870-C9FB80EA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匹配记录、名额和参与状态一次性提交。</a:t>
            </a:r>
          </a:p>
        </p:txBody>
      </p:sp>
    </p:spTree>
    <p:extLst>
      <p:ext uri="{BB962C8B-B14F-4D97-AF65-F5344CB8AC3E}">
        <p14:creationId xmlns:p14="http://schemas.microsoft.com/office/powerpoint/2010/main" val="1973222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3EB5A-8A5C-478A-BA80-C6B83BF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5BA4A-3560-46EC-BB9E-86CCDE2D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8F65A-24A4-4ADF-9408-79A7B3F4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07BF7-11E8-4399-B2AF-CB56551C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三层架构与清晰职责边界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8C530-AD10-46B8-B1E1-334BE01C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47900-F787-4314-AFAC-960D1C68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FD7C8-853F-4276-975B-57597538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浏览器请求沿一条可追踪链路完成；每一层只承担自己的职责。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981F8-D2F6-48B5-819B-FCAA898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316BB-B0C1-412B-9C09-B5478698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2C947-6AEF-4294-B962-B99201B8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250CC-2F97-4E0C-BBAD-11DAB9ED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React 交互层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2623C-6CA8-4F70-A3DC-BC1DAABD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供需看板、任务筛选与匹配解释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32D50-A0DF-4319-899B-C1E6B0DB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84F86-6EB2-48FE-B5FD-DA738F5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42427-3605-4EAA-9B14-A551283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7ED25-6085-4AF3-AEA9-96F19F86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Gin 业务层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995A4-8C1E-4006-B6F1-C566965A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技能门槛、加权排名、事务确认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C3697-8039-44E2-A0ED-B7CD46E0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2D7D-E212-43CA-BDDA-661D3B5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DC560-F2D7-4B84-A11E-48964E2B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480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16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1FAE1-13C1-4794-B3E6-161A9E2E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SQLite 数据层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F6725-39F1-4249-B61F-8083E061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志愿者、任务与匹配记录持久化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70806-29EF-44FE-AE03-3193CF3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14D45-3AC3-4CDA-8612-09E35A6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部署边界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63235-CD71-4D08-8644-B5B05F19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19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Go 主服务承载接口与规则，SQLite 负责持久化；无需 Redis、MQ 或独立数据库。</a:t>
            </a:r>
          </a:p>
        </p:txBody>
      </p:sp>
    </p:spTree>
    <p:extLst>
      <p:ext uri="{BB962C8B-B14F-4D97-AF65-F5344CB8AC3E}">
        <p14:creationId xmlns:p14="http://schemas.microsoft.com/office/powerpoint/2010/main" val="802068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616DF6-E557-417D-95A5-AB364238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01A81-5CE6-448B-9A8C-54819ECE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ED91F-ABE4-40EB-8F2C-0460BD2C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数据与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CBA47-FC49-4C75-A372-2A8DEAA1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领域模型与接口形成完整闭环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D6DF2-126C-4EC3-8A4B-0DB51888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03B34-A14E-4148-B498-FE433E6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6ED0F-1CC7-4417-AC19-B06F3AA5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模型不是演示数据外壳：每个核心对象都有对应接口与业务动作。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24408-4589-4829-9D87-C84E5365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66710-6F9C-4A2A-B027-03947C32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领域对象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EEA9F-D14A-49C3-9EBF-BF16202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61649-086C-4594-8096-B4A10153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574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关键字段 / 职责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13960-74DD-47DB-B5AC-66FF579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464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35158-CA1F-4DF8-A922-4C849FE7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5742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核心接口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B2B2A-C4F6-4779-8181-D70356F8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8E442-760C-4D12-8F10-EF1C52D8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289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Volunteer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E8AE4-CC62-4CEA-9719-4F54DA73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AF834-1E92-4B99-AA8A-577E747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289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技能、区域、时段、信用与评分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D2795-C898-40BC-B76D-3EEB736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90B99-2DA1-4D7B-A727-D4E340C0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289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GET /api/volunteers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E1AA0-9A84-480D-A778-25386AD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7A919-691D-40A9-8528-7A79C099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ServiceTask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2C5BC-2820-4061-B881-3FB525A8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98325-3DA6-4236-949F-0B7F556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7187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必需技能、地点、时段与名额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5CCFD-4AA9-43CE-B5D8-66892B2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D236D-61BD-4D02-9268-A906445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718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GET /api/tasks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61635-EF72-483B-8A34-AE6D01C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82775-5D50-436A-8D26-6BAE0C0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MatchRecord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6AD48-F854-402C-A996-91300737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5290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DD15C5-22ED-4381-8F9F-69D345CD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148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候选得分、理由与确认状态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FD90D-474F-4D26-B430-4ED5DDF9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02824-76D8-437D-877E-71E3F6F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148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POST /api/matches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83A263-22A7-474C-93C1-C92F61E9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82FD4-3BD7-44DA-8BB6-055D625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9D9DCE-A39E-4AE9-95D6-FAF9859A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5F86BA-3592-4288-AE35-98AAF90A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5777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供需数量、名额与匹配进度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44CF62-01B0-4086-907F-E6196F6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464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9AEB05-8FAE-4AE6-9D9F-D400F45B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5777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GET /api/dashboard</a:t>
            </a:r>
          </a:p>
        </p:txBody>
      </p:sp>
    </p:spTree>
    <p:extLst>
      <p:ext uri="{BB962C8B-B14F-4D97-AF65-F5344CB8AC3E}">
        <p14:creationId xmlns:p14="http://schemas.microsoft.com/office/powerpoint/2010/main" val="1617052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FC0C0-24EA-4579-A9F9-8AD53D70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33426-3EC8-481D-8065-E5D045EF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C62D0-7D27-43F9-BE7E-7D001936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智能决策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F9F01-B647-4E98-91ED-857DA6B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核心算法：规则透明，结果可解释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503CD-4AB8-4D27-B4E9-FA1D8DAC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60772-789D-43A1-B505-C09A0C9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A4F06-26B4-4515-9A66-85312F9D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匹配不是简单加分：先守住技能底线，再比较综合适配度。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F262A-9628-4C36-AF70-2A50B934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1391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9AE2C-8BE7-4BCC-8826-F09DCADB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DECISION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105E-F800-4882-AF43-9C4BD4D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技能门槛 → 42 + 区域 + 时间 + 信用 + 评分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76DB4-A1DB-41F7-897C-CEAEBC18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01  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E47A0-06BB-4DB9-ADB3-A2AFBC82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4E8EA-E29E-4C40-AD01-1D58610E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逐项检查必需技能，缺失任一项即淘汰。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DE7D1-8BC2-43E0-A450-8F3EFCF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02  排名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A1BE1-0A27-4B41-9B40-75F189F2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B5A2E-C0CC-4308-BEA0-8D5F068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对区域、时间、信用和评分进行加权。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CDD61-F835-4657-A63C-4BCC1482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03  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7C37E-4522-4BF6-9403-A6290266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AD101-6651-4113-9E7B-7E7C9C89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事务内写入匹配记录并扣减可用名额。</a:t>
            </a:r>
          </a:p>
        </p:txBody>
      </p:sp>
    </p:spTree>
    <p:extLst>
      <p:ext uri="{BB962C8B-B14F-4D97-AF65-F5344CB8AC3E}">
        <p14:creationId xmlns:p14="http://schemas.microsoft.com/office/powerpoint/2010/main" val="534077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7931-63AB-4045-ADCB-52A98B05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09570-5617-48C7-B67C-17BACBD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3A36F-E3B9-48D6-AEE7-8B628CBD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真实界面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990D2-A85A-417F-ABA9-42830261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系统总览：业务状态一屏可见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82141-1031-4F09-9921-EABDE435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5E4BE-B7BC-4CD7-A517-3162177C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ADDC3-F48A-4842-A744-EEC461B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志愿者、任务、名额与匹配进度在一个视图中联动。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3BE00-9CFD-4C6D-A662-F237C99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03F71-8612-4991-861C-344E8946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供需概览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FBFF6-3381-4292-8F79-8E834768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404BD-60BA-4EB3-A156-AE2EA4DA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任务状态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2BC1A-9F51-4CEE-A227-653A9159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38275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68DCE-F428-4D9C-AE0C-E373DD84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144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匹配进度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BD993-EB1C-4EFB-87A7-5661E647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2662066544f36"/>
          <a:stretch xmlns:a="http://schemas.openxmlformats.org/drawingml/2006/main"/>
        </p:blipFill>
        <p:spPr>
          <a:xfrm xmlns:a="http://schemas.openxmlformats.org/drawingml/2006/main">
            <a:off x="4308492" y="1981200"/>
            <a:ext cx="3575015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</p:spTree>
    <p:extLst>
      <p:ext uri="{BB962C8B-B14F-4D97-AF65-F5344CB8AC3E}">
        <p14:creationId xmlns:p14="http://schemas.microsoft.com/office/powerpoint/2010/main" val="1516503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5C125-E09E-430E-9436-91C463A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B035A-0C58-45C1-9A1D-2AE8A0B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1A656-9D4F-47A4-9724-DE9A4D7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核心流程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56526-BA2E-449C-A291-53D9BBB8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技能先过硬门槛，再做综合排序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342D7-CB72-4BBC-AE8F-8872745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1DC27-BD02-4902-AD71-07A1313C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77C1A-B513-49BB-B1CB-AC79BAF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一次真实操作同时展示输入、决策依据和可执行结果。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327CA-1AC2-403C-B67D-3C9AEAE7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A971E-B9C3-4FAD-AA5E-7F3DFF7D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1C727-AD95-4CD4-B7CF-0009FB06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目标任务与候选志愿者条件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4311F-A2F9-4099-B5CB-681F0BCE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ACD94-D2BA-44A0-8011-105B64F8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64A02-3DE6-47CB-8067-395513EC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必需技能门槛与综合适配度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7577A-83A0-462B-8E30-F7D020B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62295-BE33-4D5C-8AC4-DFC71E48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2E7E8-7796-4E24-B7D3-DF1077C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候选排名、得分解释与确认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C3A47-4F73-49B9-B1C8-B3D74758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6210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381b844224391"/>
          <a:stretch xmlns:a="http://schemas.openxmlformats.org/drawingml/2006/main"/>
        </p:blipFill>
        <p:spPr>
          <a:xfrm xmlns:a="http://schemas.openxmlformats.org/drawingml/2006/main">
            <a:off x="4552950" y="1763254"/>
            <a:ext cx="7239000" cy="4074441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535104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6F256-7310-46BB-87AE-E2E3034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174C3-48D0-4BA4-923F-147702B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69C2F-035F-4213-B251-031BBF7E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测试证据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6285E-7208-4D36-B30D-5A6B512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验证结果：从规则到浏览器全链路通过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18170-7D35-42D2-B65E-6E09B61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23A6F-871E-450F-8695-F0A05A0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473D3-8816-47AE-AB0A-A01B82BE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测试数量不是装饰；每一个数字都对应可重复执行的工程证据。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A48E7-FC05-4907-B405-E549A8DA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0F484-EF2E-4116-BDC1-4C07BE1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核心业务测试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57C47-751D-414B-A21F-E67E219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覆盖技能门槛、排序、名额与事务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051A4-BD80-4C34-A76C-5762224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5F008-166B-48BB-A4CC-E487764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0F66F-5219-49FC-9877-317DE21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演示志愿者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7D243-4E86-4378-81D2-1C3A38F0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技能、区域、时段和信用不同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9449C-4CE2-4160-9E7C-37F7072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44000-43EA-44DD-93A2-E12B6AE2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96CDB-E59C-45A8-9DC1-E45A41A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外部服务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67BE7-D33B-4D66-AEDA-6DCF4B79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Gin + SQLite 满足轻量云资源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79E44-0518-4671-8107-7520A48C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52A29-6360-4B69-8DCC-235C7A43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595E9-55A3-4C0C-AAA6-0C105F42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验证链路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870FA-80B1-4906-BFA9-1AFCB6E2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160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Go 测试验证硬门槛与事务一致性；前端通过生产构建；浏览器完成任务匹配与确认流程。</a:t>
            </a:r>
          </a:p>
        </p:txBody>
      </p:sp>
    </p:spTree>
    <p:extLst>
      <p:ext uri="{BB962C8B-B14F-4D97-AF65-F5344CB8AC3E}">
        <p14:creationId xmlns:p14="http://schemas.microsoft.com/office/powerpoint/2010/main" val="399594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F215F-C550-431F-9A45-B95D778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D539B-8D1C-447D-9EF9-69A3CE1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912E8-348F-4E87-AC5E-4FE321F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技术取舍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0171B-F6F2-4812-A27F-586475BF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轻量部署原则：Go 主服务，Python 按需接入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6F85E-F023-4C2F-BE5E-9B65137B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47B50-6847-4084-9670-10E4348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91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D9515-E353-4E33-8408-8FDB2A92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资源优先给业务本身；只有真正依赖 Python 生态的模型推理才启用 Flask。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77F89-1DC5-43D5-9EA9-0C4325D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F05D2-477B-4EE9-AACC-4B7AC229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43F2A-4D3D-47B2-B19E-715B6B89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静态资源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E1CFC-C2EF-4E0B-AFE8-3880140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3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69467-66CF-4D65-A3FF-4C588E0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0B902-7B67-4D68-8345-AAF8F3B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90CEA-05AB-461D-9154-13B62D8D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默认后端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077BF-BC4E-4C57-B346-46F8D84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3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AB634-E15D-403C-84A1-BACF04BE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E8619-BF4C-4510-829A-9261FEB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C69E8-3F86-4B31-BCA6-53A8D5F5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本地数据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6B744-7F9A-48BC-B6AF-F41C6A6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14600"/>
            <a:ext cx="22288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745DB-1C51-421B-A2F6-8F969602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622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Flask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692A7-CFE7-4351-8CCA-B8ED502A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仅模型推理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F2DB8-DC73-40DC-B57A-7489F2D3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3862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94407-2B4B-4678-8023-3BBA0B52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按需调用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AF835-8165-46D2-8B25-2D3EA2C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6AAC6-88A2-4D8B-8124-E97887F6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当前项目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5E522-55C9-4893-B768-31948258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006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不涉及深度学习推理，因此只部署 Gin 服务；构建产物小、依赖少、启动快。</a:t>
            </a:r>
          </a:p>
        </p:txBody>
      </p:sp>
    </p:spTree>
    <p:extLst>
      <p:ext uri="{BB962C8B-B14F-4D97-AF65-F5344CB8AC3E}">
        <p14:creationId xmlns:p14="http://schemas.microsoft.com/office/powerpoint/2010/main" val="6901450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97EFE-8FD0-4113-AAAA-B4D5FBF4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21823-55BE-4B22-A289-1A762C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星愿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CDE49-3B81-43A1-9327-2927C78E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09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让合适的人，在合适的时间，抵达真正需要的地方。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276BF-AE72-4236-97A7-9E39E159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06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74629-CE8F-40B1-9451-BE3EA9B5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79BB8-B7B8-4A7D-A3D8-98A8BCF8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技能底线可靠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3DA23-6EF0-4E2E-85D9-AB08035E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2B9A6-A0DB-4817-B237-D8A31EA9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适配理由透明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C9367-ABCE-405B-B4AC-651A773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E8B6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41A18-6D05-40C2-9D41-F2EFC8A9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11318"/>
                </a:solidFill>
                <a:latin typeface="Hiragino Sans GB"/>
                <a:ea typeface="Hiragino Sans GB"/>
                <a:cs typeface="Hiragino Sans GB"/>
              </a:rPr>
              <a:t>名额更新一致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C9DE2-DA8D-4D47-85F4-C2FEDE59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代码 · 论文 · 答辩材料已形成统一交付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943DE-4282-47BF-B6C8-72528C9D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48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F6670"/>
                </a:solidFill>
                <a:latin typeface="Hiragino Sans GB"/>
                <a:ea typeface="Hiragino Sans GB"/>
                <a:cs typeface="Hiragino Sans GB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220038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2026-08-11T02:59:01.2860000Z</dcterms:created>
  <dcterms:modified xsi:type="dcterms:W3CDTF">2026-08-11T02:59:01.2860000Z</dcterms:modified>
</coreProperties>
</file>